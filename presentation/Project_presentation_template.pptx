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63" r:id="rId10"/>
    <p:sldId id="26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65D34B-6A74-4F5F-A7AA-B7BFF6029E4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8058D1-D89A-4F76-AA50-3B6B012F47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4479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CAD89-7674-B419-83EB-D938C128F7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5ED517-4F65-D4CF-4AAD-B0D2498D32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056110-172E-C177-39DD-28C576F4D2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39719A-5EF8-4F83-85EC-4F6541D52163}" type="datetime1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EA943-9152-F5CA-CA22-6BAF12A547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2DF5BB-2C63-ECFE-9952-90F3AFE70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80329-36BA-448C-B0A7-FA1AF13B2E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35183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CB4E3-18CF-1C22-8296-7E8B599A46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9B3F81-DC90-D346-15A5-DF3733929F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DF2DAE-297C-0FF0-534F-A48B9BC6BD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62472-FA8B-4833-B6A0-890DB103BE63}" type="datetime1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31E6F0-FD55-3C88-C0CD-1C0FE10539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38C60A-616D-9132-C641-FC22E76FA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80329-36BA-448C-B0A7-FA1AF13B2E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8612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183202-BCEB-ADA9-C5E3-9BB3C08C41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9CC1D5-C991-9092-4A1E-B644B7B328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C9F764-357E-B1BA-A764-7281A8F550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E6267-E976-4C89-BB50-9BC63D5772E5}" type="datetime1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B027EA-4A9C-DAC1-8BAB-96594B4C97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A009DC-3A49-EF23-793B-152B32E937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80329-36BA-448C-B0A7-FA1AF13B2E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55413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B99481-6380-DD62-40FD-261955BE5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FAC4BC-1E86-2F8C-1958-51C528E721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E2E768-EB3E-9988-A28E-7F42A408C7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4B71BA-CB4A-439B-8E85-E8B156EC05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CF62AF-9174-4EDE-A9CC-A6326F849C94}" type="datetime1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ED331A-45D1-DACC-6FF0-AC1110E8A6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D22270-7F76-368A-6CC5-149F542DF3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80329-36BA-448C-B0A7-FA1AF13B2E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0626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033CAE-DA2D-B528-595A-CEE0EEB692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3E63B4-4849-44D0-3108-9C0314454A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32B3D6-B512-6E63-B37E-E0F0193DC3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D4DD9C1-7481-1A8E-9455-9CE9327B75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B576ED0-4791-0534-0F70-5FD4290C3F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4920DC6-34F8-21DE-B9B2-B3DC656A92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96FA9-C39D-438D-BF8C-12CB551E68C8}" type="datetime1">
              <a:rPr lang="en-US" smtClean="0"/>
              <a:t>12/2/2025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9C93EBA-7FA8-F91E-091E-A611FCAF6E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5A9C278-87A4-D0BC-9E1F-9792D3931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80329-36BA-448C-B0A7-FA1AF13B2E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35772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0256F5-2D1B-B7F7-BE3D-E29B4E0A36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5188CA9-49DE-5A37-DCB3-A0DE8B49D5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5F3A-A756-49F9-ACA8-8C11F302AB31}" type="datetime1">
              <a:rPr lang="en-US" smtClean="0"/>
              <a:t>12/2/2025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1EA7AB-4822-2ACF-026C-7E1F3DB83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351BA3-727A-CE6F-5443-0F5BDA3DF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80329-36BA-448C-B0A7-FA1AF13B2E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1012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FA5D874-7DAE-3741-3EAB-8955633BBD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D2A7A6-B9A4-4329-B2B1-0D2380DFEB2F}" type="datetime1">
              <a:rPr lang="en-US" smtClean="0"/>
              <a:t>12/2/2025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34650D5-D42C-0267-BAA1-998AAEC820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8C92B6-D407-6A0D-C3E1-E234A98DD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80329-36BA-448C-B0A7-FA1AF13B2E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7321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DAB1A8-2E39-CA26-14E9-F50D6035F7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B34686-AA78-36BD-BF72-FB22BBEBA8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15BF8C-B09F-C6F8-715A-3B4393FC28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CAC43F-FC76-A870-2C96-33829E3D9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45481-F598-4B14-8F25-AE282E31C23A}" type="datetime1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95C253-19FA-89A6-28DF-8E8D02F96D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E68DB0-2CB4-FEF6-40C4-7290B4CF95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80329-36BA-448C-B0A7-FA1AF13B2E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11298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479686-88A0-60EF-7606-BEE203A2BA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F23106B-9569-9D80-2CBD-815DEAABA2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AB1CE5-32C6-2892-4BEE-5348AF1627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94C33F-551F-9D40-706A-A73A4FC367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E7314-6D7F-4637-998B-462D7BB1EADD}" type="datetime1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8609ED-85B4-B47E-0F35-75CB6C3DDA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B70264-CED7-FB09-B196-B9EFCC4E4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80329-36BA-448C-B0A7-FA1AF13B2E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91674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D2B884-2675-9CE5-273F-41570AA332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2F2B50-C261-8FD6-7E17-A585A85646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44323C-6A56-10D1-D6E2-0A16F473F0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D0A6AF-53B1-422C-90C6-29AC98E9BEE9}" type="datetime1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C01007-C701-2FDF-3D49-9AA6C483A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8F5990-9A78-2F95-6820-53D9FBE80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80329-36BA-448C-B0A7-FA1AF13B2E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68845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26FB077-D409-30BC-21BA-30BFC1D6DE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411CE5-88A4-56AB-3B76-921862EFAB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EC3A12-B6DC-CFE0-694D-7E035BD350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6ADAF-AAD2-4E68-96EC-7091DCB0EC15}" type="datetime1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6A2D0F-720F-C0CE-4EBB-BFF826C043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952736-B78E-01AE-A129-615AC6BBBB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80329-36BA-448C-B0A7-FA1AF13B2E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1653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200DA42-3588-2FD8-F10E-FCCA0A993A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7F0FDC-FCFF-ABD2-758E-9E95819AA2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2103DA-5986-C425-5852-A96DFA7492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338BC1-E688-4095-BF09-ADA04B0FF211}" type="datetime1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8EE935-7E6D-0A58-8AFD-57D013A375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4EA50D-3703-93BB-7C69-2168E98B5B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9080329-36BA-448C-B0A7-FA1AF13B2E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20096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6C5AF1-5CA1-CCB8-DA4C-72C805FBB26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Project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50CC79-3309-FCB2-1A8C-33FE58A0E9E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r>
              <a:rPr lang="en-US" dirty="0"/>
              <a:t>List of Authors</a:t>
            </a:r>
          </a:p>
          <a:p>
            <a:r>
              <a:rPr lang="en-US" dirty="0"/>
              <a:t>Semester, Department, Year</a:t>
            </a:r>
          </a:p>
          <a:p>
            <a:r>
              <a:rPr lang="en-US" dirty="0"/>
              <a:t>Amity School of Engineering &amp; Technology</a:t>
            </a:r>
          </a:p>
          <a:p>
            <a:r>
              <a:rPr lang="en-US" dirty="0"/>
              <a:t>Amity University, Kolkata </a:t>
            </a:r>
          </a:p>
          <a:p>
            <a:endParaRPr lang="en-US" dirty="0"/>
          </a:p>
          <a:p>
            <a:r>
              <a:rPr lang="en-US" dirty="0"/>
              <a:t>Minor Project (ETMN100)</a:t>
            </a:r>
          </a:p>
        </p:txBody>
      </p:sp>
      <p:pic>
        <p:nvPicPr>
          <p:cNvPr id="1026" name="Picture 2" descr="Amity University, Kolkata - Wikipedia">
            <a:extLst>
              <a:ext uri="{FF2B5EF4-FFF2-40B4-BE49-F238E27FC236}">
                <a16:creationId xmlns:a16="http://schemas.microsoft.com/office/drawing/2014/main" id="{57FB8B2A-1E6B-436B-8756-7D40354098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1305" y="33329"/>
            <a:ext cx="2506578" cy="8752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9189B8-E209-A8D9-D4B4-781344365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80329-36BA-448C-B0A7-FA1AF13B2E0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72297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84;p14">
            <a:extLst>
              <a:ext uri="{FF2B5EF4-FFF2-40B4-BE49-F238E27FC236}">
                <a16:creationId xmlns:a16="http://schemas.microsoft.com/office/drawing/2014/main" id="{FDDF984B-7AA8-0BFA-65E5-C41C57935CF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65975" y="3892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Table of Contents</a:t>
            </a:r>
            <a:endParaRPr b="1" dirty="0"/>
          </a:p>
        </p:txBody>
      </p:sp>
      <p:sp>
        <p:nvSpPr>
          <p:cNvPr id="5" name="Google Shape;85;p14">
            <a:extLst>
              <a:ext uri="{FF2B5EF4-FFF2-40B4-BE49-F238E27FC236}">
                <a16:creationId xmlns:a16="http://schemas.microsoft.com/office/drawing/2014/main" id="{E890AAC6-1C1C-40DE-1106-54C7A29614B7}"/>
              </a:ext>
            </a:extLst>
          </p:cNvPr>
          <p:cNvSpPr txBox="1">
            <a:spLocks/>
          </p:cNvSpPr>
          <p:nvPr/>
        </p:nvSpPr>
        <p:spPr>
          <a:xfrm>
            <a:off x="365975" y="1441233"/>
            <a:ext cx="8520600" cy="34164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342900">
              <a:spcBef>
                <a:spcPts val="0"/>
              </a:spcBef>
              <a:buClr>
                <a:srgbClr val="000000"/>
              </a:buClr>
              <a:buSzPts val="1800"/>
              <a:buFont typeface="Arial" panose="020B0604020202020204" pitchFamily="34" charset="0"/>
              <a:buChar char="●"/>
            </a:pPr>
            <a:r>
              <a:rPr lang="en-US" dirty="0">
                <a:solidFill>
                  <a:srgbClr val="000000"/>
                </a:solidFill>
              </a:rPr>
              <a:t>Problem Statement / Motivation</a:t>
            </a:r>
          </a:p>
          <a:p>
            <a:pPr marL="457200" indent="-342900">
              <a:spcBef>
                <a:spcPts val="0"/>
              </a:spcBef>
              <a:buClr>
                <a:srgbClr val="000000"/>
              </a:buClr>
              <a:buSzPts val="1800"/>
              <a:buFont typeface="Arial" panose="020B0604020202020204" pitchFamily="34" charset="0"/>
              <a:buChar char="●"/>
            </a:pPr>
            <a:r>
              <a:rPr lang="en-US" dirty="0">
                <a:solidFill>
                  <a:srgbClr val="000000"/>
                </a:solidFill>
              </a:rPr>
              <a:t>Literature Survey/Review </a:t>
            </a:r>
          </a:p>
          <a:p>
            <a:pPr marL="457200" indent="-342900">
              <a:spcBef>
                <a:spcPts val="0"/>
              </a:spcBef>
              <a:buClr>
                <a:srgbClr val="000000"/>
              </a:buClr>
              <a:buSzPts val="1800"/>
              <a:buFont typeface="Arial" panose="020B0604020202020204" pitchFamily="34" charset="0"/>
              <a:buChar char="●"/>
            </a:pPr>
            <a:r>
              <a:rPr lang="en-US" dirty="0">
                <a:solidFill>
                  <a:srgbClr val="000000"/>
                </a:solidFill>
              </a:rPr>
              <a:t>Proposed Methodology</a:t>
            </a:r>
          </a:p>
          <a:p>
            <a:pPr marL="457200" indent="-342900">
              <a:spcBef>
                <a:spcPts val="0"/>
              </a:spcBef>
              <a:buClr>
                <a:srgbClr val="000000"/>
              </a:buClr>
              <a:buSzPts val="1800"/>
              <a:buFont typeface="Arial" panose="020B0604020202020204" pitchFamily="34" charset="0"/>
              <a:buChar char="●"/>
            </a:pPr>
            <a:r>
              <a:rPr lang="en-US" dirty="0">
                <a:solidFill>
                  <a:srgbClr val="000000"/>
                </a:solidFill>
              </a:rPr>
              <a:t>Experimental Set-up</a:t>
            </a:r>
          </a:p>
          <a:p>
            <a:pPr marL="457200" indent="-342900">
              <a:spcBef>
                <a:spcPts val="0"/>
              </a:spcBef>
              <a:buClr>
                <a:srgbClr val="000000"/>
              </a:buClr>
              <a:buSzPts val="1800"/>
              <a:buFont typeface="Arial" panose="020B0604020202020204" pitchFamily="34" charset="0"/>
              <a:buChar char="●"/>
            </a:pPr>
            <a:r>
              <a:rPr lang="en-US" dirty="0">
                <a:solidFill>
                  <a:srgbClr val="000000"/>
                </a:solidFill>
              </a:rPr>
              <a:t>Results and Discussion</a:t>
            </a:r>
          </a:p>
          <a:p>
            <a:pPr marL="457200" indent="-342900">
              <a:spcBef>
                <a:spcPts val="0"/>
              </a:spcBef>
              <a:buClr>
                <a:srgbClr val="000000"/>
              </a:buClr>
              <a:buSzPts val="1800"/>
              <a:buFont typeface="Arial" panose="020B0604020202020204" pitchFamily="34" charset="0"/>
              <a:buChar char="●"/>
            </a:pPr>
            <a:r>
              <a:rPr lang="en-US" dirty="0">
                <a:solidFill>
                  <a:srgbClr val="000000"/>
                </a:solidFill>
              </a:rPr>
              <a:t>Future Direction Towards Major Project</a:t>
            </a:r>
          </a:p>
          <a:p>
            <a:pPr marL="457200" indent="-342900">
              <a:spcBef>
                <a:spcPts val="0"/>
              </a:spcBef>
              <a:buClr>
                <a:srgbClr val="000000"/>
              </a:buClr>
              <a:buSzPts val="1800"/>
              <a:buFont typeface="Arial" panose="020B0604020202020204" pitchFamily="34" charset="0"/>
              <a:buChar char="●"/>
            </a:pPr>
            <a:r>
              <a:rPr lang="en-US" dirty="0">
                <a:solidFill>
                  <a:srgbClr val="000000"/>
                </a:solidFill>
              </a:rPr>
              <a:t>Conclusion</a:t>
            </a:r>
          </a:p>
          <a:p>
            <a:pPr marL="457200" indent="-342900">
              <a:spcBef>
                <a:spcPts val="0"/>
              </a:spcBef>
              <a:buClr>
                <a:srgbClr val="000000"/>
              </a:buClr>
              <a:buSzPts val="1800"/>
              <a:buFont typeface="Arial" panose="020B0604020202020204" pitchFamily="34" charset="0"/>
              <a:buChar char="●"/>
            </a:pPr>
            <a:r>
              <a:rPr lang="en-US" dirty="0">
                <a:solidFill>
                  <a:srgbClr val="000000"/>
                </a:solidFill>
              </a:rPr>
              <a:t>References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766879-43E2-08F3-3FB0-929A1CF524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80329-36BA-448C-B0A7-FA1AF13B2E0F}" type="slidenum">
              <a:rPr lang="en-US" smtClean="0"/>
              <a:t>2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FB41593-6156-CAB9-915A-2B4474826293}"/>
              </a:ext>
            </a:extLst>
          </p:cNvPr>
          <p:cNvSpPr txBox="1"/>
          <p:nvPr/>
        </p:nvSpPr>
        <p:spPr>
          <a:xfrm>
            <a:off x="2558716" y="6482255"/>
            <a:ext cx="75157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Amity School of engineering &amp; Technology, Amity University, Kolkata </a:t>
            </a:r>
          </a:p>
        </p:txBody>
      </p:sp>
    </p:spTree>
    <p:extLst>
      <p:ext uri="{BB962C8B-B14F-4D97-AF65-F5344CB8AC3E}">
        <p14:creationId xmlns:p14="http://schemas.microsoft.com/office/powerpoint/2010/main" val="9899443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00164-4195-C70A-506A-3FF6F9A0B4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b="1" dirty="0"/>
              <a:t>Problem Statement / Motivation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F3CEA0-56CF-74FC-F219-A18A507E30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Point 1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069564-61EB-8D98-A76E-C04A1A3BEC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80329-36BA-448C-B0A7-FA1AF13B2E0F}" type="slidenum">
              <a:rPr lang="en-US" smtClean="0"/>
              <a:t>3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85BE3A6-698E-5EFC-CFCE-04CA17E4C8A2}"/>
              </a:ext>
            </a:extLst>
          </p:cNvPr>
          <p:cNvSpPr txBox="1"/>
          <p:nvPr/>
        </p:nvSpPr>
        <p:spPr>
          <a:xfrm>
            <a:off x="2558716" y="6482255"/>
            <a:ext cx="75157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Amity School of engineering &amp; Technology, Amity University, Kolkata </a:t>
            </a:r>
          </a:p>
        </p:txBody>
      </p:sp>
    </p:spTree>
    <p:extLst>
      <p:ext uri="{BB962C8B-B14F-4D97-AF65-F5344CB8AC3E}">
        <p14:creationId xmlns:p14="http://schemas.microsoft.com/office/powerpoint/2010/main" val="39444057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CA7619-AFD2-78E0-2B35-3BB675433D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Literature Survey/Review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45E2EC-3FBE-4EC2-3D8D-1AE3C6B8A0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Point 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C851D8-FF76-DE9A-E99D-F699F110B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80329-36BA-448C-B0A7-FA1AF13B2E0F}" type="slidenum">
              <a:rPr lang="en-US" smtClean="0"/>
              <a:t>4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C12DA5-1255-9D13-E976-270DFECAF4AB}"/>
              </a:ext>
            </a:extLst>
          </p:cNvPr>
          <p:cNvSpPr txBox="1"/>
          <p:nvPr/>
        </p:nvSpPr>
        <p:spPr>
          <a:xfrm>
            <a:off x="2558716" y="6482255"/>
            <a:ext cx="75157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Amity School of engineering &amp; Technology, Amity University, Kolkata </a:t>
            </a:r>
          </a:p>
        </p:txBody>
      </p:sp>
    </p:spTree>
    <p:extLst>
      <p:ext uri="{BB962C8B-B14F-4D97-AF65-F5344CB8AC3E}">
        <p14:creationId xmlns:p14="http://schemas.microsoft.com/office/powerpoint/2010/main" val="10907175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47CF9D-B187-A7B2-4ED1-D675E9F0E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Proposed 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63E88A-2B51-8093-B7EE-324E57BC86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Point 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401992-37CB-3042-3274-E1A5F3DD0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80329-36BA-448C-B0A7-FA1AF13B2E0F}" type="slidenum">
              <a:rPr lang="en-US" smtClean="0"/>
              <a:t>5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5FA4F3C-896F-5EB0-D639-6421E214A03A}"/>
              </a:ext>
            </a:extLst>
          </p:cNvPr>
          <p:cNvSpPr txBox="1"/>
          <p:nvPr/>
        </p:nvSpPr>
        <p:spPr>
          <a:xfrm>
            <a:off x="2558716" y="6482255"/>
            <a:ext cx="75157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Amity School of engineering &amp; Technology, Amity University, Kolkata </a:t>
            </a:r>
          </a:p>
        </p:txBody>
      </p:sp>
    </p:spTree>
    <p:extLst>
      <p:ext uri="{BB962C8B-B14F-4D97-AF65-F5344CB8AC3E}">
        <p14:creationId xmlns:p14="http://schemas.microsoft.com/office/powerpoint/2010/main" val="11879196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10E5B-E60D-2B4A-984F-799579A39F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Experimental Set-up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4C7E31-37D1-BB5A-12F5-46F7C1BE0D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Point 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C70228-3EA3-C23F-7DA3-00BABD32B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80329-36BA-448C-B0A7-FA1AF13B2E0F}" type="slidenum">
              <a:rPr lang="en-US" smtClean="0"/>
              <a:t>6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7A8B3E0-B704-ADA4-F700-F11295D7230F}"/>
              </a:ext>
            </a:extLst>
          </p:cNvPr>
          <p:cNvSpPr txBox="1"/>
          <p:nvPr/>
        </p:nvSpPr>
        <p:spPr>
          <a:xfrm>
            <a:off x="2558716" y="6482255"/>
            <a:ext cx="75157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Amity School of engineering &amp; Technology, Amity University, Kolkata </a:t>
            </a:r>
          </a:p>
        </p:txBody>
      </p:sp>
    </p:spTree>
    <p:extLst>
      <p:ext uri="{BB962C8B-B14F-4D97-AF65-F5344CB8AC3E}">
        <p14:creationId xmlns:p14="http://schemas.microsoft.com/office/powerpoint/2010/main" val="1016590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F95DE6-B75D-221B-95C1-DC12BCFA15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Results and Discussion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080238-2735-5AE5-6AF7-DD1C6FCF59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Point 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2A98E9-F369-C969-A743-1D2376D41F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80329-36BA-448C-B0A7-FA1AF13B2E0F}" type="slidenum">
              <a:rPr lang="en-US" smtClean="0"/>
              <a:t>7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0FC3878-4431-878D-308B-27D0BC427601}"/>
              </a:ext>
            </a:extLst>
          </p:cNvPr>
          <p:cNvSpPr txBox="1"/>
          <p:nvPr/>
        </p:nvSpPr>
        <p:spPr>
          <a:xfrm>
            <a:off x="2558716" y="6482255"/>
            <a:ext cx="75157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Amity School of engineering &amp; Technology, Amity University, Kolkata </a:t>
            </a:r>
          </a:p>
        </p:txBody>
      </p:sp>
    </p:spTree>
    <p:extLst>
      <p:ext uri="{BB962C8B-B14F-4D97-AF65-F5344CB8AC3E}">
        <p14:creationId xmlns:p14="http://schemas.microsoft.com/office/powerpoint/2010/main" val="35766826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B111E-3CD3-578C-C3F1-D5B314F98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Future Direction Towards Major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E9C6AD-4E12-E613-16D6-CE1D1A4612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Point 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151C9B-3E50-87A6-95B9-A2011929C8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80329-36BA-448C-B0A7-FA1AF13B2E0F}" type="slidenum">
              <a:rPr lang="en-US" smtClean="0"/>
              <a:t>8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EB08EB-6AD8-99CF-B733-88813D8817A0}"/>
              </a:ext>
            </a:extLst>
          </p:cNvPr>
          <p:cNvSpPr txBox="1"/>
          <p:nvPr/>
        </p:nvSpPr>
        <p:spPr>
          <a:xfrm>
            <a:off x="2558716" y="6482255"/>
            <a:ext cx="75157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Amity School of engineering &amp; Technology, Amity University, Kolkata </a:t>
            </a:r>
          </a:p>
        </p:txBody>
      </p:sp>
    </p:spTree>
    <p:extLst>
      <p:ext uri="{BB962C8B-B14F-4D97-AF65-F5344CB8AC3E}">
        <p14:creationId xmlns:p14="http://schemas.microsoft.com/office/powerpoint/2010/main" val="8037724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A1EB0B-30AC-8AF7-788D-6DEA131610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CC2BDB-F5D4-C088-74B2-AB49DBCE28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Point 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4551B3-BA4F-6389-E4F1-E21D19827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80329-36BA-448C-B0A7-FA1AF13B2E0F}" type="slidenum">
              <a:rPr lang="en-US" smtClean="0"/>
              <a:t>9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443CD0D-E440-E630-DB5D-367B38D3EAAC}"/>
              </a:ext>
            </a:extLst>
          </p:cNvPr>
          <p:cNvSpPr txBox="1"/>
          <p:nvPr/>
        </p:nvSpPr>
        <p:spPr>
          <a:xfrm>
            <a:off x="2558716" y="6482255"/>
            <a:ext cx="75157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Amity School of engineering &amp; Technology, Amity University, Kolkata </a:t>
            </a:r>
          </a:p>
        </p:txBody>
      </p:sp>
    </p:spTree>
    <p:extLst>
      <p:ext uri="{BB962C8B-B14F-4D97-AF65-F5344CB8AC3E}">
        <p14:creationId xmlns:p14="http://schemas.microsoft.com/office/powerpoint/2010/main" val="26975774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552C0-48AB-6B2E-F05D-4CD4999DE4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8F2315-DF31-8F90-F6FC-DE3B766FAD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Point 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1A18D5-9B32-E719-3448-236E39447C4B}"/>
              </a:ext>
            </a:extLst>
          </p:cNvPr>
          <p:cNvSpPr txBox="1"/>
          <p:nvPr/>
        </p:nvSpPr>
        <p:spPr>
          <a:xfrm>
            <a:off x="2558716" y="6482255"/>
            <a:ext cx="75157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Amity School of engineering &amp; Technology, Amity University, Kolkata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459FC1-C349-B2D5-B810-0DE4A8F77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80329-36BA-448C-B0A7-FA1AF13B2E0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41901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197</Words>
  <Application>Microsoft Office PowerPoint</Application>
  <PresentationFormat>Widescreen</PresentationFormat>
  <Paragraphs>51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Project Title</vt:lpstr>
      <vt:lpstr>Table of Contents</vt:lpstr>
      <vt:lpstr>Problem Statement / Motivation</vt:lpstr>
      <vt:lpstr>Literature Survey/Review</vt:lpstr>
      <vt:lpstr>Proposed Methodology</vt:lpstr>
      <vt:lpstr>Experimental Set-up</vt:lpstr>
      <vt:lpstr>Results and Discussion</vt:lpstr>
      <vt:lpstr>Future Direction Towards Major Project</vt:lpstr>
      <vt:lpstr>Conclusion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Mukund Mitra</dc:creator>
  <cp:lastModifiedBy>Mukund Mitra</cp:lastModifiedBy>
  <cp:revision>3</cp:revision>
  <dcterms:created xsi:type="dcterms:W3CDTF">2025-12-02T15:12:09Z</dcterms:created>
  <dcterms:modified xsi:type="dcterms:W3CDTF">2025-12-02T15:41:33Z</dcterms:modified>
</cp:coreProperties>
</file>